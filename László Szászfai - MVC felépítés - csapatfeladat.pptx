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5143500" cx="9144000"/>
  <p:notesSz cx="6858000" cy="9144000"/>
  <p:embeddedFontLst>
    <p:embeddedFont>
      <p:font typeface="Raleway"/>
      <p:regular r:id="rId14"/>
      <p:bold r:id="rId15"/>
      <p:italic r:id="rId16"/>
      <p:boldItalic r:id="rId17"/>
    </p:embeddedFont>
    <p:embeddedFont>
      <p:font typeface="Lato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Lato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Raleway-bold.fntdata"/><Relationship Id="rId14" Type="http://schemas.openxmlformats.org/officeDocument/2006/relationships/font" Target="fonts/Raleway-regular.fntdata"/><Relationship Id="rId17" Type="http://schemas.openxmlformats.org/officeDocument/2006/relationships/font" Target="fonts/Raleway-boldItalic.fntdata"/><Relationship Id="rId16" Type="http://schemas.openxmlformats.org/officeDocument/2006/relationships/font" Target="fonts/Raleway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Lato-bold.fntdata"/><Relationship Id="rId6" Type="http://schemas.openxmlformats.org/officeDocument/2006/relationships/slide" Target="slides/slide1.xml"/><Relationship Id="rId18" Type="http://schemas.openxmlformats.org/officeDocument/2006/relationships/font" Target="fonts/Lato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3cd08b2627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3cd08b2627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3cd08b26278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3cd08b26278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cd08b26278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cd08b26278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cd08b26278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cd08b26278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cd08b26278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cd08b26278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cd08b26278_0_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cd08b26278_0_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cd08b26278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7" name="Google Shape;127;g3cd08b26278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cd08b26278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cd08b26278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lt2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1" name="Google Shape;21;p3"/>
          <p:cNvSpPr txBox="1"/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" name="Google Shape;28;p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29" name="Google Shape;29;p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0" name="Google Shape;30;p4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6" name="Google Shape;36;p5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37" name="Google Shape;37;p5"/>
          <p:cNvSpPr txBox="1"/>
          <p:nvPr>
            <p:ph idx="1" type="body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8" name="Google Shape;38;p5"/>
          <p:cNvSpPr txBox="1"/>
          <p:nvPr>
            <p:ph idx="2" type="body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39" name="Google Shape;39;p5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5" name="Google Shape;45;p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46" name="Google Shape;46;p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2" name="Google Shape;52;p7"/>
          <p:cNvSpPr txBox="1"/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53" name="Google Shape;53;p7"/>
          <p:cNvSpPr txBox="1"/>
          <p:nvPr>
            <p:ph idx="1" type="body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3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9" name="Google Shape;59;p8"/>
          <p:cNvSpPr txBox="1"/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0" name="Google Shape;60;p8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66" name="Google Shape;66;p9"/>
          <p:cNvSpPr txBox="1"/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/>
        </p:txBody>
      </p:sp>
      <p:sp>
        <p:nvSpPr>
          <p:cNvPr id="67" name="Google Shape;67;p9"/>
          <p:cNvSpPr txBox="1"/>
          <p:nvPr>
            <p:ph idx="1" type="subTitle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68" name="Google Shape;68;p9"/>
          <p:cNvSpPr txBox="1"/>
          <p:nvPr>
            <p:ph idx="2" type="body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9" name="Google Shape;69;p9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/>
          <p:nvPr>
            <p:ph idx="1" type="body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72" name="Google Shape;72;p10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dk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77" name="Google Shape;77;p11"/>
          <p:cNvSpPr txBox="1"/>
          <p:nvPr>
            <p:ph hasCustomPrompt="1" type="title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/>
          <p:nvPr>
            <p:ph idx="1" type="body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9" name="Google Shape;79;p1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treamlin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b="1" sz="2800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h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2.png"/><Relationship Id="rId5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/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Fogadóóra Projekt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13"/>
          <p:cNvSpPr txBox="1"/>
          <p:nvPr>
            <p:ph idx="1" type="subTitle"/>
          </p:nvPr>
        </p:nvSpPr>
        <p:spPr>
          <a:xfrm>
            <a:off x="311700" y="2834125"/>
            <a:ext cx="8520600" cy="166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Készítette: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hu"/>
              <a:t>Németh Imre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Szászfai László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Szilágyi Zsombor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Megjelenítés	 (view)</a:t>
            </a:r>
            <a:endParaRPr/>
          </a:p>
        </p:txBody>
      </p:sp>
      <p:sp>
        <p:nvSpPr>
          <p:cNvPr id="93" name="Google Shape;93;p14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FoMegjelenites()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Admin()</a:t>
            </a:r>
            <a:endParaRPr/>
          </a:p>
        </p:txBody>
      </p:sp>
      <p:pic>
        <p:nvPicPr>
          <p:cNvPr id="94" name="Google Shape;94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26438" y="2217763"/>
            <a:ext cx="3267075" cy="26955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5" name="Google Shape;9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53213" y="543988"/>
            <a:ext cx="3571875" cy="2886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5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Controller</a:t>
            </a:r>
            <a:endParaRPr/>
          </a:p>
        </p:txBody>
      </p:sp>
      <p:sp>
        <p:nvSpPr>
          <p:cNvPr id="101" name="Google Shape;101;p15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MySQL Adatbázis kezelés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1. Felhasználók</a:t>
            </a:r>
            <a:br>
              <a:rPr lang="hu"/>
            </a:br>
            <a:r>
              <a:rPr lang="hu"/>
              <a:t>2. Fogadóórák</a:t>
            </a:r>
            <a:br>
              <a:rPr lang="hu"/>
            </a:br>
            <a:r>
              <a:rPr lang="hu"/>
              <a:t>3. Helyszínek</a:t>
            </a:r>
            <a:br>
              <a:rPr lang="hu"/>
            </a:br>
            <a:r>
              <a:rPr lang="hu"/>
              <a:t>4. Jelentkezések</a:t>
            </a:r>
            <a:endParaRPr/>
          </a:p>
          <a:p>
            <a:pPr indent="-311150" lvl="0" marL="457200" rtl="0" algn="l">
              <a:spcBef>
                <a:spcPts val="120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Adatok feldolgozása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Ütközés kezelés</a:t>
            </a:r>
            <a:endParaRPr/>
          </a:p>
        </p:txBody>
      </p:sp>
      <p:pic>
        <p:nvPicPr>
          <p:cNvPr id="102" name="Google Shape;10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62900" y="513600"/>
            <a:ext cx="3226325" cy="2725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914600" y="3187100"/>
            <a:ext cx="6027101" cy="1999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6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Adatbázis / Models	</a:t>
            </a:r>
            <a:endParaRPr/>
          </a:p>
        </p:txBody>
      </p:sp>
      <p:sp>
        <p:nvSpPr>
          <p:cNvPr id="109" name="Google Shape;109;p16"/>
          <p:cNvSpPr txBox="1"/>
          <p:nvPr>
            <p:ph idx="1" type="body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Adatbázis megvalósítása</a:t>
            </a:r>
            <a:endParaRPr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-"/>
            </a:pPr>
            <a:r>
              <a:rPr lang="hu"/>
              <a:t>Adatok kezeléséhez osztályok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hu"/>
              <a:t>1. Bejelentkezo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hu"/>
              <a:t>2. FogadoOra</a:t>
            </a:r>
            <a:endParaRPr/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18775" y="1817796"/>
            <a:ext cx="5531700" cy="2156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Program futása</a:t>
            </a:r>
            <a:endParaRPr/>
          </a:p>
        </p:txBody>
      </p:sp>
      <p:pic>
        <p:nvPicPr>
          <p:cNvPr id="116" name="Google Shape;116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7970" y="555563"/>
            <a:ext cx="3972925" cy="2061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6413" y="3411975"/>
            <a:ext cx="6067425" cy="1562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8" name="Google Shape;118;p17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919473" y="1739125"/>
            <a:ext cx="5278878" cy="1554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3" name="Google Shape;12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275" y="592075"/>
            <a:ext cx="6191250" cy="2305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1125" y="3097050"/>
            <a:ext cx="5907541" cy="1941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9" name="Google Shape;129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3775" y="1291438"/>
            <a:ext cx="3028950" cy="1685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0" name="Google Shape;130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64725" y="1264775"/>
            <a:ext cx="3381375" cy="3476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94575" y="3129738"/>
            <a:ext cx="2467350" cy="1785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0"/>
          <p:cNvSpPr txBox="1"/>
          <p:nvPr>
            <p:ph type="title"/>
          </p:nvPr>
        </p:nvSpPr>
        <p:spPr>
          <a:xfrm>
            <a:off x="729450" y="1318650"/>
            <a:ext cx="7688700" cy="7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hu"/>
              <a:t>Köszönjük a figyelmet!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